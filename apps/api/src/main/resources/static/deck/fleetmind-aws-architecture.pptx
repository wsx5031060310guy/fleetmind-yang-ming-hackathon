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收斂 — ALB 是唯一對外入口，ECS task 的 SG 只放行 ALB SG 的 8080（實測：直打 task 公網 IP 已 timeout，走 ALB 仍 200）。誠實補充：兩個子網都是公有、task 仍有公網 IP（無 NAT 要拉 ECR），收口靠的是 SG 不是子網；③ 帳號級 GuardDuty 威脅偵測 + CloudTrail 稽核；④ 機密與加密 — Secrets Manager 託管憑證、KMS 金鑰加密、IAM 職責分離（execution role 拉 ECR/寫 log、task role 只有 Bedrock/SNS/SES；動作已收斂，SNS 綁單一 topic ARN，Bedrock 與 SES 仍為 Resource 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多區域 Active-Active：不同國家船務端經 Route 53 地理/延遲路由就近接入，兩個區域（A ap-northeast-1 東京、B us-east-1 維吉尼亞）皆 active，各自 ALB→ECS + DynamoDB + S3。DynamoDB Global Tables 雙向複製、S3 跨區複製 CRR 備份、EventBridge 跨區匯總即時告警 → SNS/SES。任一區健康檢查失敗，Route 53 自動 failover 切換到健康區，資料已雙向同步 (RPO≈0)、不丟、服務不中斷。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116586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3" name="Text 20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5" name="Text 22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7" name="Text 24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REST：/fleet/summary、/vessels/{id}/decision、/config/threshold…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6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066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56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44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544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54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現況與規劃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資安：已收口的入口 + 規劃中的縱深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縱深防禦是目標；這頁把「已經在跑的」和「還沒做的」分開講。入口已用 SG 收成 ALB 單點、IAM 已職責分離 — 這兩項可當場驗。其餘是下一步。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03120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已實作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011680" y="22128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可當場驗證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1248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78408" y="2670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8408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463040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463040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直打 task IP:8080 → timeout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970520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107680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107680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592312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592312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只放行 ALB SG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007096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fleetmind-sg 無 0.0.0.0/0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5099792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236952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36952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721584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 職責分離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721584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 / execution role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5136368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拉不到 ECR、寫不了 log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229064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366224" y="2670048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66224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0856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850856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/fleetmind/api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265640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awslogs driver 已設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9358335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9495495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95495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9980127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Shield Standard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9980127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自動生效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9394911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預設, 非我們部署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640080" y="3986784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41248" y="4096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規劃中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2011680" y="4096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尚未部署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84124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978408" y="45537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7840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146304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46304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87782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WebACL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50283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3639998" y="4553712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363999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12463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412463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353941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本帳號 AccessDenied, 開不了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16442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6301588" y="4553712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30158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78622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678622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620100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secret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8826017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9" name="Shape 66"/>
          <p:cNvSpPr/>
          <p:nvPr/>
        </p:nvSpPr>
        <p:spPr>
          <a:xfrm>
            <a:off x="8963177" y="4553712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8963177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71" name="Text 68"/>
          <p:cNvSpPr/>
          <p:nvPr/>
        </p:nvSpPr>
        <p:spPr>
          <a:xfrm>
            <a:off x="9447809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 CMK</a:t>
            </a:r>
            <a:endParaRPr lang="en-US" sz="1050" dirty="0"/>
          </a:p>
        </p:txBody>
      </p:sp>
      <p:sp>
        <p:nvSpPr>
          <p:cNvPr id="72" name="Text 69"/>
          <p:cNvSpPr/>
          <p:nvPr/>
        </p:nvSpPr>
        <p:spPr>
          <a:xfrm>
            <a:off x="9447809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自管金鑰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8862593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現用 AWS 託管預設金鑰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誠實盤點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今天真正擋得住的是入口：SG 只放行 ALB，直打 task 公網 IP 已 timeout。IAM 動作已收斂、SNS 綁單一 topic ARN，但 Bedrock 與 SES 仍是 Resource *，不宣稱「全程最小權限」。GuardDuty 受本帳號權限阻擋，WAF / Secrets Manager 是下一步。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ACTIVE-ACTIVE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 + 即時告警與災備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不同國家船務端就近接入 → Route 53 智慧路由到兩個 active 區域；一區故障自動切換、跨區雙向複製，資料不丟、服務不中斷。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為出賽基準線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黑客松適配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15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2026-07-15T09:51:40Z</dcterms:created>
  <dcterms:modified xsi:type="dcterms:W3CDTF">2026-07-15T09:51:40Z</dcterms:modified>
</cp:coreProperties>
</file>
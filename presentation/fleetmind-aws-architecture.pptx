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 3 天黑客松下 demo 風險最低、可交付性最高。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前一頁是我們自己的畫法，這頁是 AWS 官方符號版：圖中每個資源組態與端點狀態，都在 2026-07-15 以 boto3 / curl 從帳號 516665228894、us-east-1 實際讀回，標「推導」「非讀回」者除外。路徑一條線看完：評審瀏覽器 → ALB fleetmind-alb（internet-facing、入站 tcp/80 來自 0.0.0.0/0、目標群組 fleetmind-tg → 172.31.65.255:8080、狀態 healthy）→ VPC vpc-0415efac81151722c 裡的 ECS Fargate task（叢集 fleetmind、服務 fleetmind-svc、任務定義 fleetmind-api:5、ARM64 / Linux、512 CPU / 1024 MiB、awsvpc、容器埠 8080、desiredCount 1）。task 往外接 Bedrock（us.anthropic.claude-haiku-4-5、Converse API，/ai-brief 過 AiBriefGuardrail.validate()）、SNS topic fleetmind-alerts、SES v2、CloudWatch Logs /fleetmind/api；映像從 ECR fleetmind-api 拉，real-metrics.json 在 build 時就烤進去。三件圖上直接標出來、不藏的事：① 請求路徑中沒有任何資料存放 —— S3 與 DynamoDB 都沒用到，Java 程式碼零參照；② SNS 目前 0 個訂閱，publish 會成功，但目前扇出到沒有任何人；③ 兩個子網都是公有、task 有公網 IP（assignPublicIp ENABLED，為了免 NAT gateway 也能拉 ECR），收口靠的是 security group fleetmind-sg 只放行來自 ALB SG 的 tcp/8080，不是靠 private subnet。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同一顆容器，把一次請求拆成三條路徑看，圖上只畫 2026-07-15 於帳號 516665228894 實際存在並經驗證的資源。(a) 讀取路徑：RealDataService 直接從映像內讀 real-metrics.json —— 無網路呼叫、無資料庫、無快取層，冷啟動當下就持有真實資料；/api/fleet/summary、/api/vessels/{id}/performance、/decision、/before-after、/underwater-events 全部由記憶體中的真實資料直接回應。資料規模是 15 艘船、2021–2025 noon reports，k = FOC / STW³（ISO 19030）。(b) AI 路徑：/api/vessels/{id}/ai-brief → Bedrock Converse → AiBriefGuardrail.validate() → 降級階梯：通過就回傳 AI 摘要並快取為 last-good；護欄驗證失敗改用快取的 last-good；連 last-good 都沒有時才走決定性 fallback。這條階梯就是「數字來自計算、語言來自 AI」的實作 —— AI 講錯話會被護欄擋下來，不會污染數字。(c) 告警路徑：門檻判定 S11 Speed Loss 21.8% 大於門檻 10%（門檻走 /api/config/threshold 可調）→ /api/alerts/notify，SNS 與 SES 同時送出。誠實補充圖上也寫了：SNS 目前訂閱數 0，publish 成功但不會送達任何人；今天真正把告警送到收件匣的，是 SES 這條路徑。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健檢自動重拉。它與已上線一致、可靠度最高，是安全出賽的基準線。代價是非資料驅動、無 BI、創新分普通。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EventBridge，天生資料驅動、零閒置成本，擴展敘事最強。但 3 天拆分工作量大、Java Lambda 冷啟風險、本機難重現，適合有餘力衝技術分時。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資安採縱深防禦：① 邊緣 Shield 擋 DDoS + WAF 過濾 L7；② VPC 收斂 — ALB 是唯一對外入口，ECS task 的 SG 只放行 ALB SG 的 8080（實測：直打 task 公網 IP 已 timeout，走 ALB 仍 200）。誠實補充：兩個子網都是公有、task 仍有公網 IP（無 NAT 要拉 ECR），收口靠的是 SG 不是子網；③ 帳號級 GuardDuty 威脅偵測 + CloudTrail 稽核；④ 機密與加密 — Secrets Manager 託管憑證、KMS 金鑰加密、IAM 職責分離（execution role 拉 ECR/寫 log、task role 只有 Bedrock/SNS/SES；動作已收斂，SNS 綁單一 topic ARN，Bedrock 與 SES 仍為 Resource 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前一頁說「IAM 職責分離」可當場驗、且不宣稱全程最小權限 —— 這頁是那句話的圖證，2026-07-15 自帳號讀回。上半兩個角色，trust policy 都是 ecs-tasks.amazonaws.com：執行角色 fleetmind-ecs-exec 由 ECS agent 使用，掛 AWS 受管政策 AmazonECSTaskExecutionRolePolicy，負責拉 ECR 映像與寫 CloudWatch Logs —— 應用程式取不到這組憑證。任務角色 fleetmind-ecs-task 才是容器內應用程式的執行期身分，三條 inline 政策：fleetmind-ecs-task-inline（bedrock:InvokeModel 與 InvokeModelWithResponseStream）、fleetmind-ecs-task-sns（sns:Publish）、fleetmind-ses-send（ses:SendEmail、ses:SendRawEmail）。角色分離是真的最小權限收穫：應用程式永遠不能拉映像，也不能寫自己的 log group。但誠實框架就印在圖右邊 —— 三條政策裡只有 SNS 那條把 Resource 釘死到單一 topic ARN arn:aws:sns:us-east-1:516665228894:fleetmind-alerts，Bedrock 與 SES 兩條仍是萬用字元 *，未縮小到資源層級。所以正確說法是「動作已收斂、一個資源釘死、兩個仍是萬用字元」，不是「最小權限」。下半是網路權限邊界：任務 SG 先前入站為 0.0.0.0/0，任務以公網 IP 直接對外應答，curl http://98.92.30.118:8080/api/health 已證明回 200；改為只放行 ALB SG 之後，同一支 curl 逾時，而 ALB 仍回 200 —— 這兩支 curl 評審要驗當場就能驗。任務仍有公網 IP（assignPublicIp ENABLED，為了不架 NAT gateway 也能從 ECR 拉映像），所以不是 private subnet、也不是沒有公網 IP；正確說法是 public subnet + public IP，但 SG 只放行 ALB。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開場先講清楚：這一頁是設計，不是現況——全部還沒有蓋。實查帳號：Route 53 hosted zone 0、DynamoDB 0 張表、EventBridge 0 條規則、S3 0 個 bucket；而且本次 workshop 帳號連跨區都不允許，ap-northeast-1 的 ECS 與 ECR 直接回 AccessDenied，所以這條路在比賽帳號上走不了。/ 設計本身：不同國家船務端經 Route 53 地理/延遲路由就近接入，兩區域皆 active，各自 ALB→ECS + DynamoDB；Global Tables 雙向複製、S3 CRR 備份、EventBridge 跨區匯總告警 → SNS/SES；健康檢查失敗自動 failover，RPO≈0。/ 為什麼今天沒有它：現行把 real-metrics.json 烤進映像、請求路徑上沒有資料存放層，沒有東西可以跨區複製——多區域的前提是先把狀態外置到 DynamoDB。而且 3 天內無法演練 failover，未經演練的災備等於沒有。落地順序：狀態外置 → 單區多 AZ（ALB 已跨 1d/1f）→ 再談雙區。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黑客松適配）排列五案，highlight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是穩定出賽基準線；EC2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ero-daw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868680"/>
            <a:ext cx="7132320" cy="3703320"/>
          </a:xfrm>
          <a:prstGeom prst="roundRect">
            <a:avLst>
              <a:gd name="adj" fmla="val 2963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18120" y="116586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FOC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STW³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833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× 5 年</a:t>
            </a:r>
            <a:endParaRPr lang="en-US" sz="3300" dirty="0"/>
          </a:p>
        </p:txBody>
      </p:sp>
      <p:sp>
        <p:nvSpPr>
          <p:cNvPr id="23" name="Text 20"/>
          <p:cNvSpPr/>
          <p:nvPr/>
        </p:nvSpPr>
        <p:spPr>
          <a:xfrm>
            <a:off x="932688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同型船 · 2021–2025 正午報表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389120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3300" dirty="0"/>
          </a:p>
        </p:txBody>
      </p:sp>
      <p:sp>
        <p:nvSpPr>
          <p:cNvPr id="25" name="Text 22"/>
          <p:cNvSpPr/>
          <p:nvPr/>
        </p:nvSpPr>
        <p:spPr>
          <a:xfrm>
            <a:off x="4389120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最嚴重 Speed Loss · 539 有效日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845552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Day1 上線</a:t>
            </a:r>
            <a:endParaRPr lang="en-US" sz="3300" dirty="0"/>
          </a:p>
        </p:txBody>
      </p:sp>
      <p:sp>
        <p:nvSpPr>
          <p:cNvPr id="27" name="Text 24"/>
          <p:cNvSpPr/>
          <p:nvPr/>
        </p:nvSpPr>
        <p:spPr>
          <a:xfrm>
            <a:off x="7845552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261104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17536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5870448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87044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　</a:t>
            </a:r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globe-net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一頁看懂：一個命題、一套現行架構、五種方案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580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919313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919313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152827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52827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38634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38634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9619854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19854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</a:t>
            </a:r>
            <a:endParaRPr lang="en-US" sz="2400" dirty="0"/>
          </a:p>
        </p:txBody>
      </p:sp>
      <p:sp>
        <p:nvSpPr>
          <p:cNvPr id="53" name="Text 50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</a:t>
            </a:r>
            <a:endParaRPr lang="en-US" sz="2400" dirty="0"/>
          </a:p>
        </p:txBody>
      </p:sp>
      <p:sp>
        <p:nvSpPr>
          <p:cNvPr id="58" name="Text 55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2F6E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</a:t>
            </a:r>
            <a:endParaRPr lang="en-US" sz="2400" dirty="0"/>
          </a:p>
        </p:txBody>
      </p:sp>
      <p:sp>
        <p:nvSpPr>
          <p:cNvPr id="63" name="Text 60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4" name="Text 61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</a:t>
            </a:r>
            <a:endParaRPr lang="en-US" sz="2400" dirty="0"/>
          </a:p>
        </p:txBody>
      </p:sp>
      <p:sp>
        <p:nvSpPr>
          <p:cNvPr id="68" name="Text 65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9" name="Text 66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現行架構：ECS Fargate + ALB 單服務容器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存取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399032" y="2231136"/>
            <a:ext cx="978408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399032" y="2631186"/>
            <a:ext cx="97840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538728" y="2231136"/>
            <a:ext cx="85039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38728" y="2631186"/>
            <a:ext cx="85039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550408" y="1911096"/>
            <a:ext cx="1527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550408" y="2286000"/>
            <a:ext cx="1527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550408" y="2825496"/>
            <a:ext cx="152704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550408" y="3109874"/>
            <a:ext cx="152704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8238744" y="191109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238744" y="224576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38744" y="273405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38744" y="306872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0" name="Text 57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2" name="Text 59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5" name="Text 62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Runtime　評審 → ALB → Fargate 回決策看板 + REST：/fleet/summary、/vessels/{id}/decision、/config/threshold…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8" name="Text 65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7" name="Text 4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"/>
            <a:ext cx="9448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ARCHITECTURE · 實帳號快照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438912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官方符號版：現行架構逐項對過真實帳號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30072" y="859536"/>
            <a:ext cx="10131552" cy="5779008"/>
          </a:xfrm>
          <a:prstGeom prst="roundRect">
            <a:avLst>
              <a:gd name="adj" fmla="val 949"/>
            </a:avLst>
          </a:prstGeom>
          <a:solidFill>
            <a:srgbClr val="FFFFFF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228600" dist="63500" dir="5400000">
              <a:srgbClr val="04101B">
                <a:alpha val="55000"/>
              </a:srgbClr>
            </a:outerShdw>
          </a:effectLst>
        </p:spPr>
      </p:sp>
      <p:pic>
        <p:nvPicPr>
          <p:cNvPr id="11" name="Image 1" descr="/Users/fengchihsheng/Documents/AI_work/fleetmind-yang-ming-hackathon/apps/api/src/main/resources/static/img/diagrams/architec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512" y="950976"/>
            <a:ext cx="994867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7" name="Text 4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"/>
            <a:ext cx="9448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FLOW · 讀取 / AI / 告警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438912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一次請求的三條路徑，與 AI 的降級階梯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30072" y="859536"/>
            <a:ext cx="10131552" cy="5779008"/>
          </a:xfrm>
          <a:prstGeom prst="roundRect">
            <a:avLst>
              <a:gd name="adj" fmla="val 949"/>
            </a:avLst>
          </a:prstGeom>
          <a:solidFill>
            <a:srgbClr val="FFFFFF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228600" dist="63500" dir="5400000">
              <a:srgbClr val="04101B">
                <a:alpha val="55000"/>
              </a:srgbClr>
            </a:outerShdw>
          </a:effectLst>
        </p:spPr>
      </p:sp>
      <p:pic>
        <p:nvPicPr>
          <p:cNvPr id="11" name="Image 1" descr="/Users/fengchihsheng/Documents/AI_work/fleetmind-yang-ming-hackathon/apps/api/src/main/resources/static/img/diagrams/data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512" y="950976"/>
            <a:ext cx="994867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hip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 Fargate + ALB + Bedrock + SNS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沿用現行單服務容器，把 demo 臨時做法收斂為正式 ECS Service（desiredCount 維持、健檢失敗自動重拉）。評審計分板上可交付性最高、demo 風險最低的基準線。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Alarms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架構創新度普通，技術 / 創意分不突出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cloud-abstr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66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Gateway + Lambda + DynamoDB（資料驅動）</a:t>
            </a:r>
            <a:endParaRPr lang="en-US" sz="3066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Gateway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λ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21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DB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EVT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network-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全託管容器，零 infra（本次受帳號權限阻擋）</a:t>
            </a:r>
            <a:endParaRPr lang="en-US" sz="356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受阻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922971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922971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160142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160142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397313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97313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9634484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34484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0" name="Shape 47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1" name="Text 48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55" name="Shape 52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6" name="Text 53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44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單台虛機 docker run，最省最可控的保底路線</a:t>
            </a:r>
            <a:endParaRPr lang="en-US" sz="3544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 · 保底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Graviton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Group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Lake → ETL → Athena/Timestream → App + BI + ML</a:t>
            </a:r>
            <a:endParaRPr lang="en-US" sz="2545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藍圖高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ETL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Boot App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ML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最完整企業級藍圖，命中『企業資料應用說明』與 15→97 艘擴展敘事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資料驅動 + BI 自助分析 + 預測 + 即時遙測，商用與願景分最高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元件最多、整合最重，3 天內不可能全做完，只能藍圖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/ IoT Core 屬 stretch，現場跑真流程風險高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多查詢 / BI 層學習與設定成本高，易在時限內卡住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過度工程對 hackathon 反而稀釋 demo 焦點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要在簡報中展示從 hackathon demo 到全艦隊營運平台的完整演進路線圖、拿商用價值與願景分，而非現場實跑時。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· 現況與規劃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資安：已收口的入口 + 規劃中的縱深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93776"/>
          </a:xfrm>
          <a:prstGeom prst="roundRect">
            <a:avLst>
              <a:gd name="adj" fmla="val 12963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縱深防禦是目標；這頁把「已經在跑的」和「還沒做的」分開講。入口已用 SG 收成 ALB 單點、IAM 已職責分離 — 這兩項可當場驗。其餘是下一步。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03120"/>
            <a:ext cx="10911535" cy="1755648"/>
          </a:xfrm>
          <a:prstGeom prst="roundRect">
            <a:avLst>
              <a:gd name="adj" fmla="val 520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已實作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011680" y="22128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可當場驗證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1248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78408" y="2670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78408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463040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463040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唯一對外入口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直打 task IP:8080 → timeout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970520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107680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107680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592312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Group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592312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只放行 ALB SG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007096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fleetmind-sg 無 0.0.0.0/0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5099792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236952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36952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721584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 職責分離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721584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task / execution role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5136368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拉不到 ECR、寫不了 log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229064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366224" y="2670048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66224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0856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850856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/fleetmind/api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7265640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awslogs driver 已設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9358335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9495495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495495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9980127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Shield Standard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9980127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自動生效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9394911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預設, 非我們部署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640080" y="3986784"/>
            <a:ext cx="10911535" cy="1755648"/>
          </a:xfrm>
          <a:prstGeom prst="roundRect">
            <a:avLst>
              <a:gd name="adj" fmla="val 520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41248" y="40965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規劃中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2011680" y="4096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尚未部署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84124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978408" y="45537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7840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WAF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146304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WAF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46304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L7 規則過濾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87782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目前 0 個 WebACL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50283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3639998" y="4553712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363999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GD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12463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GuardDuty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412463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威脅偵測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353941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本帳號 AccessDenied, 開不了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616442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6301588" y="4553712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30158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SM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78622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Secrets Manager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678622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憑證託管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620100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目前 0 個 secret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8826017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9" name="Shape 66"/>
          <p:cNvSpPr/>
          <p:nvPr/>
        </p:nvSpPr>
        <p:spPr>
          <a:xfrm>
            <a:off x="8963177" y="4553712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8963177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800" dirty="0"/>
          </a:p>
        </p:txBody>
      </p:sp>
      <p:sp>
        <p:nvSpPr>
          <p:cNvPr id="71" name="Text 68"/>
          <p:cNvSpPr/>
          <p:nvPr/>
        </p:nvSpPr>
        <p:spPr>
          <a:xfrm>
            <a:off x="9447809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 CMK</a:t>
            </a:r>
            <a:endParaRPr lang="en-US" sz="1050" dirty="0"/>
          </a:p>
        </p:txBody>
      </p:sp>
      <p:sp>
        <p:nvSpPr>
          <p:cNvPr id="72" name="Text 69"/>
          <p:cNvSpPr/>
          <p:nvPr/>
        </p:nvSpPr>
        <p:spPr>
          <a:xfrm>
            <a:off x="9447809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自管金鑰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8862593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現用 AWS 託管預設金鑰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640080" y="576072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914400" y="57607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誠實盤點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今天真正擋得住的是入口：SG 只放行 ALB，直打 task 公網 IP 已 timeout。IAM 動作已收斂、SNS 綁單一 topic ARN，但 Bedrock 與 SES 仍是 Resource *，不宣稱「全程最小權限」。GuardDuty 受本帳號權限阻擋，WAF / Secrets Manager 是下一步。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7" name="Text 4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"/>
            <a:ext cx="9448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 · 兩角色分離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438912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權限邊界：誰能拉映像、誰能呼叫 Bedrock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30072" y="859536"/>
            <a:ext cx="10131552" cy="5779008"/>
          </a:xfrm>
          <a:prstGeom prst="roundRect">
            <a:avLst>
              <a:gd name="adj" fmla="val 949"/>
            </a:avLst>
          </a:prstGeom>
          <a:solidFill>
            <a:srgbClr val="FFFFFF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228600" dist="63500" dir="5400000">
              <a:srgbClr val="04101B">
                <a:alpha val="55000"/>
              </a:srgbClr>
            </a:outerShdw>
          </a:effectLst>
        </p:spPr>
      </p:sp>
      <p:pic>
        <p:nvPicPr>
          <p:cNvPr id="11" name="Image 1" descr="/Users/fengchihsheng/Documents/AI_work/fleetmind-yang-ming-hackathon/apps/api/src/main/resources/static/img/diagrams/i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512" y="950976"/>
            <a:ext cx="994867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multi-reg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MULTI-REGION · 設計藍圖（未部署）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多區域 Active-Active：設計，不是現況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這一頁全部還沒有蓋。現況：單一區域 us-east-1、一個 ALB、一個 ECS 服務；帳號裡 Route 53 / DynamoDB / EventBridge / S3 皆為 0。且本次帳號連跨區都不允許（ap-northeast-1 的 ECS/ECR 回 AccessDenied）。但船隊本來就跨國，這是貴司自有帳號上該長的樣子。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亞洲船務端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 · 台 · 韓 · 星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71255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80983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歐美船務端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EU · US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084168" y="2011680"/>
            <a:ext cx="4023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67048" y="2139696"/>
            <a:ext cx="402336" cy="402336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6704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R53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79112" y="20116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 53
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 / 延遲路由 · 健康檢查 failover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547872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134960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4" name="Shape 21"/>
          <p:cNvSpPr/>
          <p:nvPr/>
        </p:nvSpPr>
        <p:spPr>
          <a:xfrm>
            <a:off x="6095848" y="2670048"/>
            <a:ext cx="0" cy="18288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94660" y="2852928"/>
            <a:ext cx="6202375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94660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197035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080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A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ap-northeast-1（東京）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251960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425196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04672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4183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426464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426464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081528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218688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1868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703320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3703320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 收口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2926080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804672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41832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183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1426464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1426464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3081528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218688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21868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3703320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3703320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842455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42455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57" name="Shape 54"/>
          <p:cNvSpPr/>
          <p:nvPr/>
        </p:nvSpPr>
        <p:spPr>
          <a:xfrm>
            <a:off x="6842455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58" name="Text 55"/>
          <p:cNvSpPr/>
          <p:nvPr/>
        </p:nvSpPr>
        <p:spPr>
          <a:xfrm>
            <a:off x="7025335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B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us-east-1（維吉尼亞）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10454335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60" name="Text 57"/>
          <p:cNvSpPr/>
          <p:nvPr/>
        </p:nvSpPr>
        <p:spPr>
          <a:xfrm>
            <a:off x="10454335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7007047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7144207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144207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7628839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7628839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283903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9421063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9421063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9905695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9905695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 收口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9128455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2" name="Shape 69"/>
          <p:cNvSpPr/>
          <p:nvPr/>
        </p:nvSpPr>
        <p:spPr>
          <a:xfrm>
            <a:off x="7007047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7144207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44207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75" name="Text 72"/>
          <p:cNvSpPr/>
          <p:nvPr/>
        </p:nvSpPr>
        <p:spPr>
          <a:xfrm>
            <a:off x="7628839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7628839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9283903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8" name="Shape 75"/>
          <p:cNvSpPr/>
          <p:nvPr/>
        </p:nvSpPr>
        <p:spPr>
          <a:xfrm>
            <a:off x="9421063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9421063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80" name="Text 77"/>
          <p:cNvSpPr/>
          <p:nvPr/>
        </p:nvSpPr>
        <p:spPr>
          <a:xfrm>
            <a:off x="9905695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9905695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5440680" y="3200400"/>
            <a:ext cx="1307592" cy="2057400"/>
          </a:xfrm>
          <a:prstGeom prst="roundRect">
            <a:avLst>
              <a:gd name="adj" fmla="val 6993"/>
            </a:avLst>
          </a:prstGeom>
          <a:solidFill>
            <a:srgbClr val="0A2540">
              <a:alpha val="9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5440680" y="327355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 · 匯總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532120" y="3602736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5" name="Text 82"/>
          <p:cNvSpPr/>
          <p:nvPr/>
        </p:nvSpPr>
        <p:spPr>
          <a:xfrm>
            <a:off x="5559552" y="36027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Tables ⇄ 雙向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5532120" y="4027932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7" name="Text 84"/>
          <p:cNvSpPr/>
          <p:nvPr/>
        </p:nvSpPr>
        <p:spPr>
          <a:xfrm>
            <a:off x="5559552" y="40279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CRR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跨區複製備份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5532120" y="4453128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9" name="Text 86"/>
          <p:cNvSpPr/>
          <p:nvPr/>
        </p:nvSpPr>
        <p:spPr>
          <a:xfrm>
            <a:off x="5559552" y="445312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跨區匯總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5532120" y="4878324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91" name="Text 88"/>
          <p:cNvSpPr/>
          <p:nvPr/>
        </p:nvSpPr>
        <p:spPr>
          <a:xfrm>
            <a:off x="5559552" y="487832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/ SES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即時告警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5358384" y="4251960"/>
            <a:ext cx="82296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3" name="Shape 90"/>
          <p:cNvSpPr/>
          <p:nvPr/>
        </p:nvSpPr>
        <p:spPr>
          <a:xfrm>
            <a:off x="6757416" y="4251960"/>
            <a:ext cx="85039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4" name="Shape 91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一區故障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健康檢查失敗 → Route 53 自動剔除故障區、流量全導健康區；DynamoDB Global Tables 已雙向同步、S3 CRR 已備份 → RPO≈0、資料不丟、對外服務不中斷。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ocean-dee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五案比較 — 現行方案 A 為出賽基準線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方案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運算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入口 / URL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閒置成本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維運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冷啟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黑客松適配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 現行 ★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ECS Fargate 容器常駐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ALB 靜態 URL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低（小時費）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中（VPC/IAM）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無冷啟（常駐）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★ 最高 · 已上線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B Serverless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Lambda 按呼叫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API Gateway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極低（近零）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中（元件多）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冷（Java Lambda）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 App Runner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全託管容器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Runner HTTPS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低-中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最低（免 ALB/VPC）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帳號受阻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D EC2+Docker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單台 EC2 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Elastic IP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最低（單台）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高（自管/單點）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 · 保底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 資料管線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Fargate + Glue/Athena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/ QuickSight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中高（掃描+授權）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高（多層）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—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藍圖價值高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6" name="Text 12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4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40080" y="54864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960120" y="548640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天黑客松以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為主線出賽（已上線、風險最低）；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作為資料驅動與全艦隊願景的演進方向寫進簡報。C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ROADMAP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 15 艘 demo 到全艦隊即時營運平台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8FA8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6782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26782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現在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46106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Text 20"/>
          <p:cNvSpPr/>
          <p:nvPr/>
        </p:nvSpPr>
        <p:spPr>
          <a:xfrm>
            <a:off x="4046106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近期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459404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6" name="Shape 23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4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42284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2F6E9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65430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E9E"/>
          </a:solidFill>
          <a:ln/>
        </p:spPr>
      </p:sp>
      <p:sp>
        <p:nvSpPr>
          <p:cNvPr id="31" name="Text 28"/>
          <p:cNvSpPr/>
          <p:nvPr/>
        </p:nvSpPr>
        <p:spPr>
          <a:xfrm>
            <a:off x="6865430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中期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78728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F6E9E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2F6E9E"/>
          </a:solidFill>
          <a:ln/>
        </p:spPr>
      </p:sp>
      <p:sp>
        <p:nvSpPr>
          <p:cNvPr id="35" name="Text 32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61608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684753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9" name="Text 36"/>
          <p:cNvSpPr/>
          <p:nvPr/>
        </p:nvSpPr>
        <p:spPr>
          <a:xfrm>
            <a:off x="9684753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願景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098051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43" name="Text 40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9280931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ecision-ligh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決策級聯：正常 → 注意 → 行動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502920"/>
          </a:xfrm>
          <a:prstGeom prst="roundRect">
            <a:avLst>
              <a:gd name="adj" fmla="val 12727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正常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DCEFE9"/>
          </a:solidFill>
          <a:ln/>
        </p:spPr>
      </p:sp>
      <p:sp>
        <p:nvSpPr>
          <p:cNvPr id="23" name="Text 20"/>
          <p:cNvSpPr/>
          <p:nvPr/>
        </p:nvSpPr>
        <p:spPr>
          <a:xfrm>
            <a:off x="932688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多數船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8" name="Text 25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注意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12538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BE7C2"/>
          </a:solidFill>
          <a:ln/>
        </p:spPr>
      </p:sp>
      <p:sp>
        <p:nvSpPr>
          <p:cNvPr id="34" name="Text 31"/>
          <p:cNvSpPr/>
          <p:nvPr/>
        </p:nvSpPr>
        <p:spPr>
          <a:xfrm>
            <a:off x="4722266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· 8.9%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8" name="Shape 35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9" name="Text 36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行動</a:t>
            </a:r>
            <a:endParaRPr lang="en-US" sz="1900" dirty="0"/>
          </a:p>
        </p:txBody>
      </p:sp>
      <p:sp>
        <p:nvSpPr>
          <p:cNvPr id="40" name="Text 37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402117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7DAD1"/>
          </a:solidFill>
          <a:ln/>
        </p:spPr>
      </p:sp>
      <p:sp>
        <p:nvSpPr>
          <p:cNvPr id="45" name="Text 42"/>
          <p:cNvSpPr/>
          <p:nvPr/>
        </p:nvSpPr>
        <p:spPr>
          <a:xfrm>
            <a:off x="8511845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· 21.8%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22960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612538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8402117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40080" y="580644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96112" y="580644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por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現場導覽：一個穩定 URL，三個入口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9" name="Text 26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A2540">
              <a:alpha val="8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09728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" y="13716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1828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以已上線的 Fargate + ALB 為基準線穩定出賽，用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2026-07-15T12:29:33Z</dcterms:created>
  <dcterms:modified xsi:type="dcterms:W3CDTF">2026-07-15T12:29:33Z</dcterms:modified>
</cp:coreProperties>
</file>
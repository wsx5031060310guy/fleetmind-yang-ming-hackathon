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 Loss %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8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S11</c:v>
                  </c:pt>
                  <c:pt idx="1">
                    <c:v>S23</c:v>
                  </c:pt>
                  <c:pt idx="2">
                    <c:v>S6</c:v>
                  </c:pt>
                  <c:pt idx="3">
                    <c:v>S4</c:v>
                  </c:pt>
                  <c:pt idx="4">
                    <c:v>S12</c:v>
                  </c:pt>
                  <c:pt idx="5">
                    <c:v>S8</c:v>
                  </c:pt>
                  <c:pt idx="6">
                    <c:v>S9</c:v>
                  </c:pt>
                  <c:pt idx="7">
                    <c:v>S5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21.8</c:v>
                </c:pt>
                <c:pt idx="1">
                  <c:v>8.9</c:v>
                </c:pt>
                <c:pt idx="2">
                  <c:v>8.8</c:v>
                </c:pt>
                <c:pt idx="3">
                  <c:v>8.7</c:v>
                </c:pt>
                <c:pt idx="4">
                  <c:v>8.4</c:v>
                </c:pt>
                <c:pt idx="5">
                  <c:v>8.4</c:v>
                </c:pt>
                <c:pt idx="6">
                  <c:v>6.4</c:v>
                </c:pt>
                <c:pt idx="7">
                  <c:v>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8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8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 30 秒：船舶推進效率隨時間衰退、油耗上升；養護能恢復但決策靠經驗。FleetMind 把它變成可計算、可解釋、人可拍板的決策支援。一句話定位：數字來自計算，語言來自 AI，決策留給人。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點出痛點：污損偷油、養護決策靠經驗。用真資料規模帶出我們有本錢做量化。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兩個產出對應 30%+25% 硬分數；其餘三維度靠 ROI、單服務架構、AI guardrail。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方法核心：k=FOC/STW³ 把速度與洋流正規化，只在同速帶比 k，減速不會被誤記成污損。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Demo：真資料 15 船，點 S11（最嚴重、692 天沒清）看趨勢；再點 S23 看歸因。強調數字全來自 core-calc 確定性計算。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這頁是誠信亮點。把物理先驗（模型時鐘不重置）和統計實測（dashboard 顯示雜訊）分開，準備好回答『你模型說 UWI 不改善但圖上有變化』。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誠實：baseline 勝出。強調防漏驗證的嚴謹（模擬真實遮蔽），這是評審會追問的點。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主打 S23（HIGH 信心、船殼 96%）：清一次年省近 400 萬美金。S11 是極端案例。強調人在迴路、數字可回溯。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主動揭露限制 = 誠信分。同時把『要什麼資料』講清楚，回應官方必含第 3 項與商務價值。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架構一句話：單服務同源、AWS-only、AI 有 guardrail 不亂編。回應官方第 4、5 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收尾：三個交付一句話帶過，回到定位句，進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-12% ~ +22%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官方客觀評分標的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兩條主線，直攻 55% 硬分數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客觀評分 25%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反事實推論：現在做 UWC/PP 能省多少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專家品評 30%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 20% 商務決策價值（ROI 反事實）　＋ 15% 技術可行性　＋ 10% AI 協作創意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船隊即時盤點：誰在漏油，先看誰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635240" y="232257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35240" y="2971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635240" y="328269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35240" y="424281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892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35240" y="520293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54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方法：以隔離區段（只影響螺旋槳 / 只影響船殼的窗口）各自量 k 漂移率拆分；區段稀疏時退回標記過的 50/50，不假裝精準。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71800" y="169164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0896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10896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169164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4068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4068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i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官方必含（商務價值 20%）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同一個模型回答：現在清，能省多少？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反事實推論：把污損時鐘歸零重新預測，得到每天可省油量、年省金額與回本天數（油價 USD 650/MT）。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每日省油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年省金額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4183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9456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24.4%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16.4 MT/日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7512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≈ US$3.9M/年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41832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194560" y="36667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25.1%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14.8 MT/日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3666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≈ US$3.5M/年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418320" y="36667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194560" y="44531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52.3%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9768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40.1 MT/日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4453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≈ US$9.5M/年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418320" y="4453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決策支援，非自動指令：低信心→先做便宜的水下檢查；高信心且回本快→建議清潔；最終由輪機主管拍板。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貴司 UWC/PP 恢復幅度紀錄 → 歸因與 ROI 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(Claude)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　App Runner（fallback ECS Express / EC2）· S3 · DynamoDB · Bedrock · CloudWatch · region us-east-1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的角色：數字來自計算，語言來自 AI，決策留給人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失敗降級：Bedrock 不可用 → 該船快取簡報 → deterministic 模板；dashboard 與 55% 硬分數不受影響。開發全程以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RMSE 3.51 MT · 防漏驗證 · 反事實 ROI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預測與驗證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怎麼確定沒偷看答案？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214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不用隨機 K-fold。在可見船 S1–S12 上模擬真實遮蔽——挑真養護事件後的合格日窗把答案藏起來再預測、逐窗評 RMSE/MAPE；另跑 GroupKFold 確認跨船遷移。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RPM 不是幾乎能反推油耗？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53872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H 類主機性能欄位（SFOC、馬力）在預測窗本就被遮蔽，我們不用。ME_AVG_RPM 屬可見的運轉條件、非答案代理；使用邊界也列入給主辦的問題。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整隊都降速了，怎麼分商業減速與污損？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9560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從不比原始 FOC 或航速。k=FOC/STW³ 先正規化速度，只在 ±1 kn 同速帶內比 k；速度偏離自動降低信心。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方法與商務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對齊到 ISO 19030 哪個層級？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214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noon-report 粒度的務實改編，不宣稱全合規。用 k=FOC/STW³ 當 performance value 代理，骨架照 ISO：定參考期、控速帶、看偏移；偏離四點有明列表。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UWI 你說不改善，但圖上有變化？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53872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兩個地方兩種角色：物理先驗放在『預測模型污損時鐘不因 UWI 重置』；dashboard 誠實顯示實測 delta+信心，不硬壓成零。刻意分開統計實測與物理先驗。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AI 會自己排清潔嗎？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95604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不會，決策支援、人拍板。低信心→先做便宜水下檢查；高信心且回本快→建議清潔。反事實是檢視證據，不是自動指令。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2026-07-14T04:53:09Z</dcterms:created>
  <dcterms:modified xsi:type="dcterms:W3CDTF">2026-07-14T04:53:09Z</dcterms:modified>
</cp:coreProperties>
</file>
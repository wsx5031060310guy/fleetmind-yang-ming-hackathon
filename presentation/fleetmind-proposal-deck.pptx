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 Loss %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8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S11</c:v>
                  </c:pt>
                  <c:pt idx="1">
                    <c:v>S23</c:v>
                  </c:pt>
                  <c:pt idx="2">
                    <c:v>S6</c:v>
                  </c:pt>
                  <c:pt idx="3">
                    <c:v>S4</c:v>
                  </c:pt>
                  <c:pt idx="4">
                    <c:v>S12</c:v>
                  </c:pt>
                  <c:pt idx="5">
                    <c:v>S8</c:v>
                  </c:pt>
                  <c:pt idx="6">
                    <c:v>S9</c:v>
                  </c:pt>
                  <c:pt idx="7">
                    <c:v>S5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21.8</c:v>
                </c:pt>
                <c:pt idx="1">
                  <c:v>8.9</c:v>
                </c:pt>
                <c:pt idx="2">
                  <c:v>8.8</c:v>
                </c:pt>
                <c:pt idx="3">
                  <c:v>8.7</c:v>
                </c:pt>
                <c:pt idx="4">
                  <c:v>8.4</c:v>
                </c:pt>
                <c:pt idx="5">
                  <c:v>8.4</c:v>
                </c:pt>
                <c:pt idx="6">
                  <c:v>6.4</c:v>
                </c:pt>
                <c:pt idx="7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8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8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
講：船舶推進效率隨時間衰退、油耗上升；養護能恢復，但「何時做」靠經驗。
FleetMind 把它變成可計算、可解釋、人可拍板的決策支援。
定位句（整場回扣兩次）：「數字來自計算，語言來自 AI，決策留給人。」
──────── 全場地圖（12 分鐘：8 報告 + 4 Q&amp;A） ────────
 P1  0:00 開場定位          P7  4:25 誠實：baseline 勝出
 P2  0:30 痛點 + 資料規模    P8  5:25 多耗油噸數（不談金額）
 P3  1:10 兩條主線          P9  6:20 限制 + 想要的資料
 P4  1:50 方法 k=FOC/STW³   P10 6:55 架構
 P5  2:35 ★ LIVE DEMO ←唯一離開投影片的一分鐘
 P6  3:35 UWI 誠信          P11 7:35 收尾 → Q&amp;A
 P12–P16 = Q&amp;A 備援頁，被問到才翻（見各頁備忘稿）
──────── 上台前 10 分鐘（缺一不可） ────────
1. 開四個分頁，全在 http://fleetmind-alb-330672315.us-east-1.elb.amazonaws.com
   ①/proposal.html（本簡報）②/dashboard.html（demo）③/deck.html（架構深水區）④/architecture.html
2. ★ 在 /dashboard.html 選 S11，按一次「生成 AI 決策簡報」，等它回來。
   這一發是冷的、要 13.5 秒；預熱後台上那發只要 8 秒。不預熱＝觀眾替你付這 13.5 秒，
   而前端 15 秒就放棄 → 簡報可能整個拿不到。
3. 確認 S11 = 21.8%、紅燈「已超門檻」。讀不到數字 → 走演練 B（見 P5 備忘稿）。
超時處置：講完 P8（5:25 那頁）若已過 6:30，直接跳 P11 收尾。寧可少講兩頁。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痛點 + 資料規模
講：船殼與螺旋槳污損讓同樣航速要燒更多油。船東靠水下清潔（UWC）與拋光（PP）恢復效能，
但「何時做、值不值得」目前多憑經驗，缺乏可量化、可歸因、可回溯的依據。
四張卡不要逐一唸，只點兩個：
 · 「15 艘船、5 年、21,282 列日報 + 77 筆養護事件」→ 我們有本錢做量化，不是玩具資料。
 · 「Speed Loss 全隊 −12% ~ +22%」→ 這個跨度就是問題本身：有的剛養護、有的重度污損。
頁尾那句唸出來會加分：「資料由命題企業提供，僅存於競賽 AWS 帳號、不進版控、賽後刪除。」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兩條主線
講：兩個產出，一句話各帶過——
 · Speed Loss Dashboard → 讓衰退看得見（ISO 19030 框架、船殼 vs 螺旋槳歸因、事件比對）
 · 油耗預測模型 → 讓代價算得出（預測 102 格被遮蔽的全速油耗 + 反事實推論）
關鍵是下一句：「兩者共用同一套確定性計算。」
多耗油量估算、單服務架構、AI guardrail 都是從這個核心長出去的，不是三個獨立功能。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 —— 這頁決定評審信不信你
k = FOC ÷ STW³。慢慢講，這是全場的地基：
 · 用對水速度 STW，不是對地速度 SOG → 洋流（黑潮那種）不會被誤記成效能變化
 · 三次方 → 阻力物理；速度正規化掉，剩下的才是船況
 · 只在 ±1 kn 同速帶內比 k → 商業減速改變的是 V，不改變 k
如果只能講一句：「我們從不比原始油耗，也不比原始航速。」
專家會在 Q&amp;A 追這題（見 P14 備忘稿）。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★ LIVE DEMO — 全場唯一離開投影片的一分鐘
切到分頁②：http://fleetmind-alb-330672315.us-east-1.elb.amazonaws.com/dashboard.html
只點這三下。每一下先講「我要證明什麼」，再點。不要即興、不要多點。
① 排名表點 S11
   「15 艘裡最嚴重：速度損失 21.8%、信心 HIGH、已超 10% 門檻、692 天沒清洗。」
   失敗：表沒出來 → 演練 B。
② 看趨勢 ＋ 事件標記線
   「五年慢慢爬上來，撞到門檻。這條垂直線是水下事件——清了，但 k 沒有降回去，
    恢復率 −4.62%。」
   「這不是我們的圖有問題，這是發現。官方也明示：純檢查（UWI）本就不該帶來改善。」
   失敗：圖沒出來 → 講這段話，跳③。
③ 按「生成 AI 決策簡報」← 最有價值也最脆弱，它真的在打 Bedrock
   按下去之後立刻接著講：「數字不是 AI 掰的——每個數字都帶編號上標引用，
    點下去會跳回產生它的 API。」講完它剛好回來。
   ★ 不要盯著轉圈等。實測：預熱過 8 秒／沒預熱 13.5 秒，兩種都會回來。
   ★ 轉圈不是故障訊號，畫面自己跳出「AI 簡報暫不可用」才是。
     最大的風險是你以為壞了、手癢去按「離線備援」，親手把最好的一刻換成英文版。
回扣：「數字全部來自 core-calc 的確定性計算；AI 只負責把它說成人話。」
──────── 演練 A：真的回不來（畫面出現錯誤訊息） ────────
不要重按。講：「這裡有降級階梯：Bedrock → 護欄驗證 → 快取 last-good → 決定性 fallback。
走到哪一階都會有輸出，因為這條路徑設計成不能開天窗。」然後按「離線備援」。
這不是掩飾，這就是設計——講出來反而加分。
──────── 演練 B：全站掛掉／會場網路斷 ────────
不要 debug。切回 /proposal.html，投影片是靜態 JPG。
講：「Live demo 走不了，我用投影片講完，結束後歡迎到攤位實機看。」
（前一晚先把 PPTX 下載到本機，斷網也能放。）
對照船（被問到才講）：S23 8.9%、船殼歸因 96%、信心 HIGH ——「該排清洗」的乾淨案例。
S11 是極端案例（692 天沒清）。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UWI 誠信 —— 全場最能拿分的一頁
剛剛 demo 才看到「清了但 k 沒降回去」，趁熱講這頁。
官方明示提示：資料裡有一類事件是純檢查、無實體介入（UWI），
好的模型應辨識這類事件不該帶來效能改善，而不是把「養護後」一律當「變好」。
「官方認證我們這個方向是對的。」
我們的做法是兩個地方、兩種角色（這句要背）：
 · 預測模型裡 → 污損時鐘在 UWI 事件不重置 ← 物理先驗的家
 · Dashboard 裡 → 誠實顯示實測 delta + 信心，不宣稱「UWI = 零變化」
「把統計實測（會有雜訊）和物理先驗（乾淨）分開處理，是刻意的設計。」
評審一定會追問「那你圖上為什麼有變化」→ P15 備忘稿有完整答法。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 —— baseline 勝出
三個數字：RMSE 3.51 MT · MAPE 5.22% · 102/102 格 1:1 提交。
這頁的價值不在數字，在右邊那張「刻意的簡單」：
「我們試過更複雜的堆疊與單調約束——在防漏驗證上都沒贏過樸素 GBM baseline，
 於是資料驅動地選 baseline。不 ship 比 baseline 差的模型，是原則，不是能力上限。」
防漏驗證要講，這是評審會追的：
「我們不用隨機 K-fold。在可見船上模擬真實遮蔽——挑真養護事件後的合格日窗把答案藏起來，
 只用可見特徵預測、逐窗評分。等於把預測船會遇到的難處，在有答案的船上重演一次。
 另外跑 GroupKFold(by ship) 確認跨船遷移不是靠記住單船。」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多耗油噸數 —— ★ 這頁有紅線：不准報金額 ★
主打 S23（HIGH 信心、船殼歸因 96%、n=506）：同航速下每天多耗約 16.4 MT。
S11 是極端案例（692 天沒清）。
刻意不出金額，而且要把理由講出來——這是加分不是扣分：
「貴司工程師講得很清楚：成本是別部門管的，你們要的是『發現問題、通知該清洗』。
 所以我們只給物理量。要換算成本，用貴司當期實際油價乘上去即可——
 每港每次加油都不同，我們不假裝知道。」
反事實怎麼來的：同一個預測模型，把船殼／螺旋槳的污損時鐘歸零重新預測，
差值就是「現在做 UWC／PP，同航速下每天少燒多少」。標了「粗估 · 非正式數字」。
收尾：「人在迴路，每個噸數都可回溯到計算。」
★ 超時檢查點：講完這頁若已過 6:30 → 直接跳 P11 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限制 + 想要的資料
「主動揭露限制，是讓結論可信的前提。」——這句先講，再列。
四點限制（不要念稿，挑兩點講）：
 ①正午報表是 SOG、非 ISO 要的對水速度 → 洋流是系統性偏差
 ②無軸功率，k 是 FOC/STW³ 的代理
 ③船殼/螺旋槳歸因在區段稀疏時退回標記過的 50/50
 ④UWI 事件在真資料上仍有超噪音的量測變化——我們呈現，不壓平
想要的資料（這是官方命題明列要我們回答的一項，別漏）：
軸功率計與對水速度計（直接升級 ISO 19030 全合規）、進塢後海試曲線（更準的參考基準）、
antifouling 塗層年限、吃水俯仰 trim、航線與港口。
以及貴司自己的 UWC/PP 效能恢復幅度紀錄——那能把我們的歸因與反事實
從「合理估計」校準成「有 ground truth 背書」。
收尾：「方法框架不用改，餵進更好的量測就直接升級。」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
一句話：單服務同源、AWS-only、AI 有護欄不亂編。回應官方要求的第 4、5 項
（AI 與 AWS 服務扮演的角色）。
三個點：
 · ECS Fargate (ARM64) 單一容器同時服務看板與 REST API —— 一個部署單元
 · 請求路徑上沒有資料存放層：指標離線算完烤進映像，冷啟即有真資料、零外部相依
 · Bedrock 只負責語言，數字全部來自 core-calc；護欄比對每個數字的引用，對不上整篇打回
★ 不要把設計講成現況。CloudFront/WAF/Cognito/多區域今天都沒有，
 圖上是灰虛線，講的時候也照講。旁邊就是 live URL，評審 curl 一下就知道。
被追問架構 → 分頁③ /deck.html（18 頁）或分頁④ /architecture.html（可點開放大讀 ARN）。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
三個交付各一句，不要展開：
 · Speed Loss Dashboard —— 衰退看得見
 · 油耗預測模型 —— 102 格 1:1，代價算得出
 · Live 系統 —— 網址就在上面，現在就可以打開
回到定位句收：「數字來自計算，語言來自 AI，決策留給人。」
然後停。把時間留給 Q&amp;A（4 分鐘、統問統答）。
Q&amp;A 路由：
 資料/方法/ISO/洩漏 → P12–P16 備援頁（各頁備忘稿有深度答案）
 架構/為何不用 Serverless → 分頁③ /deck.html 或分頁④ /architecture.html
 資安/權限 → /architecture.html#security（已實作與規劃中分開標）
 多區域/災備 → /architecture.html#activeactive（那是設計不是現況）
 「數字哪來的」 → 直接回 dashboard 點引用，跳回 API
答不出來時的誠信收尾句：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資料與方法（被問到才翻到這頁）
【4 分鐘 Q&amp;A 是統問統答】評審一次問完，我們分工接。不確定 → 用誠信收尾句（見下）。
■ 訓練/預測怎麼切
訓練船 S1–S12 全可見；預測船 S21–S23 在養護後區間被遮蔽。
船型 W1（S1–S8 + S21）、W2（S9–S12 + S22–S23）——同設計姊妹船、不同航線。
■ 若追問「event_day 是什麼」
官方資料 v2 把 maintenance.csv 從 event_date（日曆）改成 event_day（相對天數，
與日報 NOON_UTC 同軸）。所以 (ship_id, event_day) 直接 join，anchor 難題消失。
這是 7/14 官方重釋出的，我們跟著改了。
■ 若追問「為什麼不用 SOG」
兩欄都 100% 填充，但洋流讓兩者可有明顯差異。阻力物理一律 STW，距離/營運才用 SOG。
殘差顯性標成「未解釋」，不塞進污損。
■ 102 格的分布（被問到細節時才報）
HSHFO 91 格、VLSFO 11 格；S21=43、S22=24、S23=35。
■ 誠信收尾句（答不出來時統一用這句）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預測模型（25% 是這一項，程式自動評分）
■ 這題最容易被追殺：「為什麼不上 SageMaker / 深度學習？」
誠實講三個理由，順序不要換：
 ① ISO 19030 本身就是確定性方法，不是學出來的。
 ② 篩選後每船合格樣本太少，硬煉大模型會過擬合。
 ③ 我們真的試過更複雜的堆疊與單調約束——在防漏驗證上沒贏過樸素 GBM baseline。
「簡單是裁決過的，不是不會做。不 ship 比 baseline 差的模型，是原則。」
■ 特徵清單（被問到才報，不要主動背）
STW / STW³ / RPM / 滑差 · 吃水載況 · 風浪湧與水溫 · 污損時鐘（距上次船殼介入天數、
距上次螺旋槳介入天數、水溫×天數的積溫＝生物污損壓力 proxy）· 船型 W1/W2 ·
燃料類型 + 熱值 LCV · HOURS_FULL_SPEED。
■ 「污損時鐘」是整個模型最關鍵的設計
UWI（純檢查、不清不拋）事件不重置時鐘。所以模型不會在一次純檢查後幻覺出恢復。
這正是官方明示提示要的能力——見 P15 那頁。
■ 若追問洩漏（Q7 級）
H 類主機性能欄位（SFOC / 馬力 / 推力）在預測窗本來就是 HIDDEN，我們不會也不能用。
ME_AVG_RPM 屬 A 類、預測窗可見——它是當日真實觀測的運轉條件，不是油耗的代理答案。
這個使用邊界我們也列進給主辦的問題清單，想跟貴司確認。
■ 數字
RMSE 3.51 MT / MAPE 5.22% / 102 格 1:1 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Speed Loss / ISO 19030（30% 是這一項，陽明專家品評）
■ 這頁的評審裡有海事／輪機專家。不要宣稱全合規，先自己講偏離。
偏離 ISO 19030 的四點，主動報：
 ① 正午報表是 SOG 粒度，非 ISO 要的對水速度計 → 洋流是系統性偏差
 ② 無軸功率，k = FOC/STW³ 只是 performance value 的代理
 ③ 正午粒度（一天一筆），非 ISO 的高頻量測
 ④ 無完整天候修正
「骨架照 ISO：定參考基準期、控速度帶、看 performance value 隨時間偏移。
 拿不到的量測我們就說拿不到，不假裝。」
■ 「全隊都降速了，你怎麼分商業減速與污損？」← 專家最愛問這題
從不比原始 FOC 或原始航速。k = FOC/STW³ 先把速度正規化，而且只在 ±1 kn 同速帶內比 k；
速度偏離會自動降低信心等級。基準期取每次事件後首 10–15 個合格日、上限 60 個日曆天，
避免再生長把基準灌水。減速改變的是 V，在這些控制下不改變 k。
■ 「Speed Loss % 這數字可信嗎？」
段內對 k 做 Theil-Sen 穩健迴歸（抗離群）。UI 主 KPI 顯示「3.5%（±0.8）· 中信心 · n=12」，
不是假精確的 3.47%。未解釋殘差一定顯示、不藏。
量級合理性：正常約 2–10%。畫得出 40% 的隊，數字就是壞的。
■ 歸因退回 50/50 時要主動講
「因區段不足，暫用預設分攤」會標在卡片上。這是資料限制不是方法漏洞——
有貴司的 UWC/PP 恢復幅度紀錄當 ground truth，就能校準。
■ 誠信收尾句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UWI 判讀 · 商務價值
★★ 這頁有一條紅線：不准報金額。★★
docs/27 記錄陽明工程師的明確要求：ROI／成本不用算——成本是別部門管的，
他們只負責「發現問題、通知需要清洗」。台上報金額 = 當著提出這要求的人打臉。
只給噸數。要換算，請他們自己乘當期油價：「每港每次加油都不同，我們不假裝知道。」
■ 「清了為什麼沒改善？你們的圖是不是有問題？」← 幾乎必問
不是問題，是發現。官方明示提示自己也講了：純檢查（UWI）不該帶來改善。
關鍵是講清楚兩個地方、兩種角色，這句話要背起來：
 · 預測模型裡 → 物理先驗的家。污損時鐘在 UWI 事件不重置，
   所以模型不會在純檢查後幻覺出一段恢復。這正是官方要的。
 · Dashboard 裡 → 呈現實測 k 變化 + 信心旗標，
   不宣稱「UWI = 零變化」。
S11 的 recovery_pct = −4.62% 就是照實顯示。
■ 追問：「那你的圖在某些 UWI 上還是有變化，不是自相矛盾？」
不矛盾。真資料上多數 UWI 事件量到的 k 變化仍超過噪音門檻——可能是季節、載況、洋流，
或那次檢查其實伴隨了未記錄的小動作。所以 dashboard 老實呈現「量到的 delta + 信心」，
讓專家自己判讀，不硬壓成零。
「把統計實測（會有雜訊）和物理先驗（乾淨）分開處理，是刻意的設計，不是打架。」
■ 「能幫我省多少錢？」
「我們刻意不出金額。」→ 講反事實：把污損時鐘歸零重新預測，
S23 同航速下每天多耗約 16.4 MT（粗估、非正式數字，HIGH 信心 · n=506）。
「換算成本請用貴司當期實際油價。每個噸數都可回溯到計算。」
■ 「AI 會自己排清潔嗎？」
不會。決策支援，人拍板。分級建議：
 低信心 → 先做水下檢查（最便宜的資訊採購）
 高信心且污損歸因明確 → 建議排清潔
 否則 → 持續觀察
「我們永遠不會說『模型叫你清』，而是把證據、信心、歸因攤在你面前，由輪機主管拍板。」
門檻可調（/api/config/threshold），通道可換（SNS/SES）。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AI · AWS · 限制
★ 紅線：不要把設計講成現況。旁邊就是 live URL，評審 curl 一下就知道。★
今天真的在跑的只有七個：ALB · ECS Fargate · ECR · Bedrock · SNS · SES v2 · CloudWatch。
CloudFront / WAF / Cognito / 私有子網 / NAT / S3 / DynamoDB / 多區域 —— 今天全都沒有，
每一項都用 boto3 探測過、讀回 0。圖上是灰色虛線，講的時候也照這樣講。
■ 「架構長怎樣？」
單一 Spring Boot 容器跑 ECS Fargate（ARM64）+ ALB + ECR + Bedrock + SNS/SES + CloudWatch。
region us-east-1、帳號 516665228894。
最關鍵也最不尋常的一點：請求路徑上沒有任何資料存放層。
指標由 core-calc 離線算完，real-metrics.json 在 build 時烤進映像 → 容器冷啟即持有真資料、
零外部資料相依。（這也正是多區域今天做不了的原因：沒有外置狀態，就沒有東西可以跨區複製。）
要看細節 → 分頁③ /deck.html（18 頁）或分頁④ /architecture.html。
■ 「成本多少？」
不談月費金額（依 docs/27，成本不是本案主線）。只講質性：ARM64 Fargate 常駐成本低、
免管 EC2/OS patch，全量重算不到一分鐘，擴到近百艘架構不變。
■ 「為什麼不上 SageMaker？」→ 同 P13 備忘稿的三個理由。
■ 「AI 怎麼防它亂編數字？」
「數字來自計算，語言來自 AI，決策留給人。」
Bedrock 上的 Claude 只解讀已經算好的指標。護欄逐一比對簡報裡每個數字與它引用的 metric，
對不上就整篇打回、走降級階梯。它無法發明數字。
簡報裡每個數字可點回產生它的 API —— demo 時就展示過了。
開發階段用 Kiro 當 AI 開發工具。
■ 資安被問到 → /architecture.html#security（已實作與規劃中是分開標的）
不要宣稱「全面最小權限」。真相：IAM 動作有收斂（只有 InvokeModel，不是 bedrock:*）、
SNS 綁單一 topic ARN，但 Bedrock 與 SES 仍是 Resource: *。圖上就是這樣標的，照講。
兩個角色分離（task vs execution）才是真的最小權限成果：應用永遠不能拉映像或碰 log group。
■ 多區域被問到 → /architecture.html#activeactive，那是設計不是現況
而且這個比賽帳號根本做不了：ap-northeast-1 的 ECS/ECR 直接回 AccessDenied（已探測）。
■ 「最大的限制？」主動講，不要等問
①SOG 非對水速度、洋流是系統偏差 ②無軸功率、k 是代理 ③歸因區段稀疏時退回標記過的 50/50
④UWI 事件在真資料上仍有超噪音變化，我們呈現而非壓平。
「主動揭露限制，是讓結論可信的前提。」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01752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5780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2026-07-16T03:37:58Z</dcterms:created>
  <dcterms:modified xsi:type="dcterms:W3CDTF">2026-07-16T03:37:58Z</dcterms:modified>
</cp:coreProperties>
</file>